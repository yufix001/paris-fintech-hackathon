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7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40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EE2E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FEE2E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4114800"/>
            <a:ext cx="5120640" cy="347472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4114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ElevenLabs × Lovable — HEC × Polytechnique Hackathon 2026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nefAIrious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CEO just called.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did they?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nefAIrious uses the same AI that attackers use to study and quantify your weaknesses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armed the attackers.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defenders.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20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CEO 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2016 (FBI)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554480"/>
            <a:ext cx="1920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vishing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→ H2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1920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sec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clone any 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ElevenLabs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554480"/>
            <a:ext cx="1920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attempts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training doesn't work. Email tools don't cover voice. Vishing is the biggest blind spot in enterprise security.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makes these attacks nearly undetectable. And nobody is protecting the voice channel.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Sword and the Shield.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the attackers to train the defenders.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862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SWORD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Simulation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AI-cloned voice of the CEO calls your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pressure scenarios (urgent wire transfers)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escalation scripting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who falls — and who doesn't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3886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3886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834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Copilot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983480" y="26060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monitoring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 of suspicious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semantic analysis (fraud patterns)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alert when risk score exceeds 90%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simulates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scenarios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371600"/>
            <a:ext cx="2743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Pre-generated audio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in the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371600"/>
            <a:ext cx="2743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converts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 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1371600"/>
            <a:ext cx="2743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patterns: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pressure, fraud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1600"/>
            <a:ext cx="2743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26680" y="10972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26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risk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880360"/>
            <a:ext cx="7863840" cy="19659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— Front / 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291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"transcript_chunk": "Listen, this is urgent and confidential...",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"risk_score": 0.72,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"flags": ["urgency", "confidentiality", "hierarchical_pressure"],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"intent": "social_engineering",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"cumulative_risk": 0.98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3-minute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31520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0515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Arup employee transferred $25M after a deepfake call from his CEO. With AI, anyone can clone a voice in 30 seconds."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527048"/>
            <a:ext cx="0" cy="27432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731520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8013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"NEFAIRIOUS is the sword and the shield. We train your teams against fake attacks, and we monitor the real ones."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276856"/>
            <a:ext cx="0" cy="27432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73152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5117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5511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50545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arrives on the dashboard. The CEO's voice speaks. The transcript scrolls. Flags appear. The risk gauge climbs.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026664"/>
            <a:ext cx="0" cy="27432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300984"/>
            <a:ext cx="731520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3009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3300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moment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2552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 wire transfer" — the screen turns red. Score 98%. "That voice isn't your CEO. It's ElevenLabs."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3776472"/>
            <a:ext cx="0" cy="27432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731520" cy="4754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50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4050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400507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month, NEFAIRIOUS runs fake attacks, measures who falls, and protects those who receive real suspicious calls."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weapon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against the attacker.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37160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ElevenLabs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training weapon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voice cloning — the same tech attackers use — to simulate fraudulent calls and train employees.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1691640"/>
            <a:ext cx="1371600" cy="256032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661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fraud analyst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6616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analyzes behavioral patterns: pressure escalation, authority exploitation, artificial urgency.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146304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46520" y="1691640"/>
            <a:ext cx="1371600" cy="256032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44652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1031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Lovable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control center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4652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with live transcription, animated risk gauge, and visual alerts. The CISO sees everything.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approach: the same AI that attacks is the one that defends.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$4.4B blind spot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cybersecurity.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69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$4.4B in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496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/ 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fraud protection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9352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(blind spot)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74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3741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50–5,000 employees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8130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CFO / CIO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057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496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€990/mo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496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(50–200 employees)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935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€4,900/mo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935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(200–5K)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374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374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+ SIEM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13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813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 (APIs + compute)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8183880" cy="3200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SIEMs protect email. Barracuda and Mimecast cover written phishing. Nobody covers enterprise vishing.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6872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HEC Paris  ×  3 École Polytechnique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554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05840" cy="2743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Swiatek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cs typeface="Calibri" pitchFamily="34" charset="-120"/>
              </a:rPr>
              <a:t>Business Model on steroids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3120" y="1417320"/>
            <a:ext cx="1554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77440" y="1600200"/>
            <a:ext cx="1005840" cy="2743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7744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45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 Chen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9456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beast from the hills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40480" y="1417320"/>
            <a:ext cx="1554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114800" y="1600200"/>
            <a:ext cx="10058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11480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9319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 Koenig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cs typeface="Calibri" pitchFamily="34" charset="-120"/>
              </a:rPr>
              <a:t>IT </a:t>
            </a:r>
            <a:r>
              <a:rPr lang="en-US" sz="1000" dirty="0" err="1">
                <a:solidFill>
                  <a:srgbClr val="4B5563"/>
                </a:solidFill>
                <a:latin typeface="Calibri" pitchFamily="34" charset="0"/>
                <a:cs typeface="Calibri" pitchFamily="34" charset="-120"/>
              </a:rPr>
              <a:t>Rugbyman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577840" y="1417320"/>
            <a:ext cx="1554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852160" y="1600200"/>
            <a:ext cx="10058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85216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6692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</a:t>
            </a:r>
            <a:r>
              <a:rPr lang="en-US" sz="12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Grospellier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6692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Barbie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315200" y="1417320"/>
            <a:ext cx="1554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589520" y="1600200"/>
            <a:ext cx="10058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58952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4066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Godefroy Meynard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40664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GOD creator </a:t>
            </a:r>
            <a:endParaRPr lang="en-US" sz="1000" dirty="0"/>
          </a:p>
        </p:txBody>
      </p:sp>
      <p:pic>
        <p:nvPicPr>
          <p:cNvPr id="40" name="Picture 3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DF5B546-155C-3A1A-6E48-91A3BFA2A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571" y="2044783"/>
            <a:ext cx="664857" cy="664857"/>
          </a:xfrm>
          <a:prstGeom prst="ellipse">
            <a:avLst/>
          </a:prstGeom>
        </p:spPr>
      </p:pic>
      <p:pic>
        <p:nvPicPr>
          <p:cNvPr id="42" name="Picture 41" descr="A person taking a selfie&#10;&#10;AI-generated content may be incorrect.">
            <a:extLst>
              <a:ext uri="{FF2B5EF4-FFF2-40B4-BE49-F238E27FC236}">
                <a16:creationId xmlns:a16="http://schemas.microsoft.com/office/drawing/2014/main" id="{1D1DE5D2-2825-86AF-72E3-7172AED36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r="24507" b="23555"/>
          <a:stretch/>
        </p:blipFill>
        <p:spPr>
          <a:xfrm>
            <a:off x="5979560" y="2044783"/>
            <a:ext cx="754738" cy="705146"/>
          </a:xfrm>
          <a:prstGeom prst="ellipse">
            <a:avLst/>
          </a:prstGeom>
        </p:spPr>
      </p:pic>
      <p:pic>
        <p:nvPicPr>
          <p:cNvPr id="44" name="Picture 4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434CB22-4894-E002-203D-FF9462EDA0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562" t="6300" r="14130" b="25458"/>
          <a:stretch/>
        </p:blipFill>
        <p:spPr>
          <a:xfrm>
            <a:off x="787511" y="2056885"/>
            <a:ext cx="734541" cy="702946"/>
          </a:xfrm>
          <a:prstGeom prst="ellipse">
            <a:avLst/>
          </a:prstGeom>
        </p:spPr>
      </p:pic>
      <p:pic>
        <p:nvPicPr>
          <p:cNvPr id="46" name="Picture 45" descr="A person standing on a street&#10;&#10;AI-generated content may be incorrect.">
            <a:extLst>
              <a:ext uri="{FF2B5EF4-FFF2-40B4-BE49-F238E27FC236}">
                <a16:creationId xmlns:a16="http://schemas.microsoft.com/office/drawing/2014/main" id="{4BE6E916-3663-5B46-71AA-E38A798D2E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514" t="20666" r="33203" b="46889"/>
          <a:stretch/>
        </p:blipFill>
        <p:spPr>
          <a:xfrm>
            <a:off x="7708280" y="2071687"/>
            <a:ext cx="768319" cy="702946"/>
          </a:xfrm>
          <a:prstGeom prst="ellipse">
            <a:avLst/>
          </a:prstGeom>
        </p:spPr>
      </p:pic>
      <p:pic>
        <p:nvPicPr>
          <p:cNvPr id="48" name="Picture 4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75C9025-F038-7A52-C188-46289D3F06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224" t="4595" r="15224" b="46342"/>
          <a:stretch/>
        </p:blipFill>
        <p:spPr>
          <a:xfrm>
            <a:off x="2550070" y="2057125"/>
            <a:ext cx="665741" cy="706647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8138160" cy="43891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005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34840" y="1005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10058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81381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44752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4447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444752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— gauges, transcription, alerts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1554480"/>
            <a:ext cx="109728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5236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1929384"/>
            <a:ext cx="8138160" cy="48463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1929384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/ Cloning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192938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1929384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Voice Clone + TTS for executive 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2039112"/>
            <a:ext cx="109728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52360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414016"/>
            <a:ext cx="81381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414016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241401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2414016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intent classification + risk scoring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523744"/>
            <a:ext cx="1097280" cy="256032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52360" y="2523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2898648"/>
            <a:ext cx="8138160" cy="48463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898648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289864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(OpenAI)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2898648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— real-time simulation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3008376"/>
            <a:ext cx="1097280" cy="256032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52360" y="3008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3383280"/>
            <a:ext cx="813816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3383280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3383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3383280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analysis pipeline orchestration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3493008"/>
            <a:ext cx="1097280" cy="256032"/>
          </a:xfrm>
          <a:prstGeom prst="rect">
            <a:avLst/>
          </a:prstGeom>
          <a:solidFill>
            <a:srgbClr val="4B5563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52360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" y="3867912"/>
            <a:ext cx="8138160" cy="48463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" y="3867912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88920" y="386791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+ Railway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34840" y="3867912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hosting + deployed API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52360" y="3977640"/>
            <a:ext cx="1097280" cy="256032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5236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nefairious.com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EE2E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FEE2E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02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nefAIrious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weaknesses,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Knowledge is Power.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nefairious.com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HEC Paris × École Polytechnique  ·  March 2026  ·  ElevenLabs × Lovable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790</Words>
  <Application>Microsoft Macintosh PowerPoint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NEFAIRIOUS — Pitch Deck</dc:title>
  <dc:subject>PptxGenJS Presentation</dc:subject>
  <dc:creator>NEFAIRIOUS Team</dc:creator>
  <cp:lastModifiedBy>Yusu CHEN</cp:lastModifiedBy>
  <cp:revision>2</cp:revision>
  <dcterms:created xsi:type="dcterms:W3CDTF">2026-03-11T20:13:45Z</dcterms:created>
  <dcterms:modified xsi:type="dcterms:W3CDTF">2026-03-11T20:28:49Z</dcterms:modified>
</cp:coreProperties>
</file>